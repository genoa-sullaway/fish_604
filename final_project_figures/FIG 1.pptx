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2335-16C2-E94F-A7B4-0B3CE22E2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B7625-798B-EF42-BDC7-30D4FF8254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5D624-718C-CB48-9970-90F79B63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8F5B-9F11-FD47-8F37-05015A9D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5101C-52E6-5040-B55E-96E96EB0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5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DF0F-126B-2844-956D-23593EBFA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598BD-40A7-9D4F-849D-08C4AB69F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2C760-0413-ED4C-AFEE-9718E92BA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AE12E-5FF7-004A-97A1-3BC37140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41DFA-8031-2D42-AB6C-6BC96DCB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7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D5C6-FF35-E346-819C-F9DD7640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0B802-4C0F-2F4A-B62C-ABA3B9B2F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8AD61-51BA-BA4E-BB50-E8D7007F4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C7ABC-095D-A644-B338-E47AD5B3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1149B-5D58-7E4B-8613-EBBAB6EE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25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3F70-B993-0B44-A665-A0B865F5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DF9ED-2D98-FF44-A61A-9206C61B3A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58BFD-2CCD-4D4C-9BD8-D4135BB48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18288-47D7-4246-AA46-A37CD702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6B38D-DBF9-9F45-A6D0-3AF1A505D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22BF0-673A-FF47-A8C3-AA8B861C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21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AD05-C4C9-2E40-8DE7-315E05437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4F491-1A73-0D49-8746-87F246DD4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1AB04-C019-4546-A993-C596826F9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97803-4F30-F34B-89F2-3095581807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D04DEB-4DC8-F34E-BA82-DDC882D58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BC6290-A915-C44E-9837-A2C50CCF3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B88A6-BC2A-944B-83C1-1911041A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5AC00-140D-0049-8CF8-4B908A9A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5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DE5C-3F0A-2549-9F60-DA4FA5BE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3E254-0309-9E4F-A9BF-8EA25F60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FD611-3A84-2E45-9F35-9808FBB6B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EAA43-3039-694D-A371-61F58C03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E85F0-C3AE-8D4B-9D55-F4F9278D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C1B61-D512-F244-BEA9-D592116B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3CCE4-12A1-8946-80E1-25D48A01F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62B4-5E34-F64D-9EB3-FE3267BC5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AFB48-DD9C-B242-9569-C37E42DA8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A18EC-7FCF-574C-B074-80066285F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2B7DE-DC16-6649-BBAE-A5145A79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B9365-0E23-2042-9876-C334C06F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5A49A-D256-B347-B010-7B69561D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1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CF1E-55AB-FE4F-BB01-A0EA01707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52D390-2C2E-184C-B57B-5DDAC61B3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3293F-7427-F144-BE40-F09F46ADF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F98AF-615D-FF4D-B723-BC57B31F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29D8F-1A2A-1A49-B700-ED4608EC2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94B6A-D282-0A48-BDE4-197C7709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8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BBE8-051D-3847-804B-F381428F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3CA85-58A7-3041-B26B-1916CA90D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EE781-9D56-C142-8923-095FDB90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977AC-8A77-F340-A846-2E21076C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81C24-5773-4E49-A0C9-E3AC4615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6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D338FF-327D-CC47-9A9B-DA29044129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E8A1E-3E9E-9E48-8043-1A0D6B137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E94B9-102C-6547-96A1-C0860254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58D9F-B52B-6A4E-9EB6-21A0F683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52C1B-82A6-7044-9602-703CCD21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23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E14DE-5C7C-0546-9B28-D73994D7F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106A1-A72E-2A41-988D-6E571875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75131-F38B-7F4B-B265-A9E3F1438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86F0D-20BA-8F4D-A347-03AF84A02171}" type="datetimeFigureOut">
              <a:rPr lang="en-US" smtClean="0"/>
              <a:t>12/8/21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0CB00-5BE5-FB47-B0BB-27B5D45D4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CB0E-1190-164A-ACCA-41182F1C3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0CE67-7EFD-484B-A8A0-EB149BFCF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6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3DF49-62FB-6540-B105-3C8CADF068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955"/>
          <a:stretch/>
        </p:blipFill>
        <p:spPr>
          <a:xfrm>
            <a:off x="0" y="975366"/>
            <a:ext cx="7938554" cy="683073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28C90EB-E9F3-D94F-82C2-4EBC4773B5AC}"/>
              </a:ext>
            </a:extLst>
          </p:cNvPr>
          <p:cNvGrpSpPr/>
          <p:nvPr/>
        </p:nvGrpSpPr>
        <p:grpSpPr>
          <a:xfrm>
            <a:off x="7630510" y="973891"/>
            <a:ext cx="4561490" cy="5721194"/>
            <a:chOff x="7110217" y="1105902"/>
            <a:chExt cx="3427603" cy="45843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00BFC3-1C1F-8244-8E49-E0B9344C6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2216" r="15803" b="20206"/>
            <a:stretch/>
          </p:blipFill>
          <p:spPr>
            <a:xfrm>
              <a:off x="7110217" y="1105902"/>
              <a:ext cx="3427603" cy="386151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3CB2B2-2651-5341-BCB6-AC7AE06BAD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81088"/>
            <a:stretch/>
          </p:blipFill>
          <p:spPr>
            <a:xfrm>
              <a:off x="7434648" y="5115697"/>
              <a:ext cx="3038276" cy="574590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C50F945-DD49-5C48-9C7B-F1B983B3625A}"/>
              </a:ext>
            </a:extLst>
          </p:cNvPr>
          <p:cNvSpPr txBox="1"/>
          <p:nvPr/>
        </p:nvSpPr>
        <p:spPr>
          <a:xfrm>
            <a:off x="73573" y="681697"/>
            <a:ext cx="704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C12358-D646-5746-9B6F-26BE425951E7}"/>
              </a:ext>
            </a:extLst>
          </p:cNvPr>
          <p:cNvSpPr txBox="1"/>
          <p:nvPr/>
        </p:nvSpPr>
        <p:spPr>
          <a:xfrm>
            <a:off x="4037204" y="681697"/>
            <a:ext cx="704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13B72A-A30D-534B-A3D3-AB6D3D497F22}"/>
              </a:ext>
            </a:extLst>
          </p:cNvPr>
          <p:cNvSpPr txBox="1"/>
          <p:nvPr/>
        </p:nvSpPr>
        <p:spPr>
          <a:xfrm>
            <a:off x="7938554" y="678129"/>
            <a:ext cx="704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26829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Genoa Sullaway</dc:creator>
  <cp:lastModifiedBy>Genoa Sullaway</cp:lastModifiedBy>
  <cp:revision>1</cp:revision>
  <dcterms:created xsi:type="dcterms:W3CDTF">2021-12-08T22:30:34Z</dcterms:created>
  <dcterms:modified xsi:type="dcterms:W3CDTF">2021-12-08T22:35:07Z</dcterms:modified>
</cp:coreProperties>
</file>