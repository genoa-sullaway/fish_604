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9E23F-76FB-D34E-86CE-E94F12123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8138A-773F-8949-9299-B1FCE08DF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D926F-38A6-B74A-93D4-92D6148C9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8F48-BDAC-524E-A8E0-0E39E6FAA7B3}" type="datetimeFigureOut">
              <a:rPr lang="en-US" smtClean="0"/>
              <a:t>12/8/21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72417-59E7-654B-8D38-C729E976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1C710-9781-494D-9085-5EC35CD74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2D2B-F105-C941-9E32-1D8D7D04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35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3881-96A4-694F-9AB2-E99DCBC19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15D63-CC57-F342-AFEA-632EABF5E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DCB16-F8E4-124B-AD5A-4D75F8A13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8F48-BDAC-524E-A8E0-0E39E6FAA7B3}" type="datetimeFigureOut">
              <a:rPr lang="en-US" smtClean="0"/>
              <a:t>12/8/21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5A1EC-2477-C44D-93A0-AC2A76541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EB015-B031-E345-8EE2-FC16EE7F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2D2B-F105-C941-9E32-1D8D7D04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E2B24-6AA2-2345-B5BC-A20FB3BA6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DF53C-8C61-8948-82AD-61E8FBB7E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6D38C-DC55-914A-816B-D770AB048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8F48-BDAC-524E-A8E0-0E39E6FAA7B3}" type="datetimeFigureOut">
              <a:rPr lang="en-US" smtClean="0"/>
              <a:t>12/8/21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35A0C-7506-D64F-B1C3-DB2CD5E82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FDDD6-38B1-F84F-BD8C-1D4243B09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2D2B-F105-C941-9E32-1D8D7D04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6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2DFFC-917D-B44A-ABD3-D83021C54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D24AC-F339-2B4C-B1F0-FB385197A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F3D04-EBCC-0546-A08E-D35C121A0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F96F0-A141-4743-AF08-A3AEF9C2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8F48-BDAC-524E-A8E0-0E39E6FAA7B3}" type="datetimeFigureOut">
              <a:rPr lang="en-US" smtClean="0"/>
              <a:t>12/8/21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EF323-CBA4-6A44-AE01-0371E67A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C97A7-4F65-144B-A26D-5EE6C5456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2D2B-F105-C941-9E32-1D8D7D04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55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B714-F017-104C-A325-91FF1B2FD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95B79-7929-AA4D-97B4-5D7ED9E79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143A2-7DBD-634B-9047-D7B66044F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AB7769-A5EA-2342-8D46-9F1217E0DE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A03CB4-C602-2549-986A-7F7C925C3C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609DF-B455-6D48-984B-E54243FAA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8F48-BDAC-524E-A8E0-0E39E6FAA7B3}" type="datetimeFigureOut">
              <a:rPr lang="en-US" smtClean="0"/>
              <a:t>12/8/21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377021-044C-B74C-B6F2-0715CD603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BA1B6A-B03B-954B-B44A-B69AD841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2D2B-F105-C941-9E32-1D8D7D04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8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03C65-BD69-644E-90E2-F475818A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7CAFEB-27C3-8246-9B89-C652085B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8F48-BDAC-524E-A8E0-0E39E6FAA7B3}" type="datetimeFigureOut">
              <a:rPr lang="en-US" smtClean="0"/>
              <a:t>12/8/21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8ACB0-1126-1A44-A206-BA86B2285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074D9-C027-1849-90DE-2D5327F0A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2D2B-F105-C941-9E32-1D8D7D04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5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4D50D-8600-A849-B51D-5DB676CF7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8F48-BDAC-524E-A8E0-0E39E6FAA7B3}" type="datetimeFigureOut">
              <a:rPr lang="en-US" smtClean="0"/>
              <a:t>12/8/21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1FDC99-9657-AA44-9E0E-22825BD98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B7538-E30E-3442-AD42-51BE7D73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2D2B-F105-C941-9E32-1D8D7D04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3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5F83B-32D5-D845-BF95-4CA7EF786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6BE0-95D0-1C47-B9B0-DE9472B6A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6770C-CE34-7549-B5FF-8EA0DDD8B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9F7EC-86B4-8A4E-94EA-8343C0EAE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8F48-BDAC-524E-A8E0-0E39E6FAA7B3}" type="datetimeFigureOut">
              <a:rPr lang="en-US" smtClean="0"/>
              <a:t>12/8/21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B0E83-D79B-8047-9457-160BA256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7D469-1F69-B442-80F8-742BD077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2D2B-F105-C941-9E32-1D8D7D04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2A4E0-96FF-C34C-9148-0F6604C2F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CE1A78-4CAC-6B49-A22E-216306908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89ED4-C6E0-5440-B28C-054CA26A9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0DEBC-400F-6F4F-81E6-32C236AE6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8F48-BDAC-524E-A8E0-0E39E6FAA7B3}" type="datetimeFigureOut">
              <a:rPr lang="en-US" smtClean="0"/>
              <a:t>12/8/21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F83AB-9606-184F-95B6-B72B4D6E6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FB319-71EB-B64D-AF0D-838D8A2A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2D2B-F105-C941-9E32-1D8D7D04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30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4F99E-2F15-344D-94E1-B0194AB41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7B3E5-2776-E648-8DEC-503038606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8349E-C805-0E4B-9D7A-E469E561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8F48-BDAC-524E-A8E0-0E39E6FAA7B3}" type="datetimeFigureOut">
              <a:rPr lang="en-US" smtClean="0"/>
              <a:t>12/8/21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BF48D-283B-B041-A98D-E12B1EFFB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F365B-D9BE-494F-83F5-F54B0CC1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2D2B-F105-C941-9E32-1D8D7D04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67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EAAA9-8419-4042-A01B-A7B731768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EC473-17EA-0143-93C0-733A989F8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5F741-5B7B-B446-B7BA-E519EF7E8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8F48-BDAC-524E-A8E0-0E39E6FAA7B3}" type="datetimeFigureOut">
              <a:rPr lang="en-US" smtClean="0"/>
              <a:t>12/8/21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C51FB-2965-4C47-99C5-2DC02EB8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C3444-2734-FB4A-B39D-9BF8D08A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22D2B-F105-C941-9E32-1D8D7D04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12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03DA31-BA51-B440-8694-23B0B2343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8B32E-9BB9-5B4E-80C8-B3D5DE869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CC7FD-C620-EE4D-834E-9F30D9E5D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D8F48-BDAC-524E-A8E0-0E39E6FAA7B3}" type="datetimeFigureOut">
              <a:rPr lang="en-US" smtClean="0"/>
              <a:t>12/8/21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FD0B5-A82A-4C44-A10E-6F810EBEB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4DAC4-5F7F-1441-A404-2969DE474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22D2B-F105-C941-9E32-1D8D7D041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62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D31284-A9AD-F94B-97BA-AF22B1C91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182" y="3429000"/>
            <a:ext cx="3366183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31F4B8-B564-D941-A7CF-54144C46E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491819"/>
            <a:ext cx="3366182" cy="33661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58F818-6D58-4043-97F7-D5876069F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182" y="62817"/>
            <a:ext cx="3216166" cy="33661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39329E-15C9-584B-9F2A-D913003879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366182" cy="33661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B4F337-BCA3-0841-A328-908D67F3C4A8}"/>
              </a:ext>
            </a:extLst>
          </p:cNvPr>
          <p:cNvSpPr txBox="1"/>
          <p:nvPr/>
        </p:nvSpPr>
        <p:spPr>
          <a:xfrm>
            <a:off x="2830154" y="62817"/>
            <a:ext cx="53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D2FA9E-7CB2-0047-92AC-A06D75CEED8E}"/>
              </a:ext>
            </a:extLst>
          </p:cNvPr>
          <p:cNvSpPr txBox="1"/>
          <p:nvPr/>
        </p:nvSpPr>
        <p:spPr>
          <a:xfrm>
            <a:off x="5928322" y="62817"/>
            <a:ext cx="53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01FEF2-C0AA-B244-B07B-8C84087E4D60}"/>
              </a:ext>
            </a:extLst>
          </p:cNvPr>
          <p:cNvSpPr txBox="1"/>
          <p:nvPr/>
        </p:nvSpPr>
        <p:spPr>
          <a:xfrm>
            <a:off x="2830154" y="3491817"/>
            <a:ext cx="53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257B2C-FA30-1745-A864-AEF40AE8A3A8}"/>
              </a:ext>
            </a:extLst>
          </p:cNvPr>
          <p:cNvSpPr txBox="1"/>
          <p:nvPr/>
        </p:nvSpPr>
        <p:spPr>
          <a:xfrm>
            <a:off x="5995692" y="3429000"/>
            <a:ext cx="53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008E44-D48D-134C-8233-93A6EFCDC5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4750" y="354050"/>
            <a:ext cx="5434214" cy="60242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771812B-93C1-BD46-9A2E-0B52C23D675F}"/>
              </a:ext>
            </a:extLst>
          </p:cNvPr>
          <p:cNvSpPr txBox="1"/>
          <p:nvPr/>
        </p:nvSpPr>
        <p:spPr>
          <a:xfrm>
            <a:off x="6753384" y="641860"/>
            <a:ext cx="53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960318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Genoa Sullaway</dc:creator>
  <cp:lastModifiedBy>Genoa Sullaway</cp:lastModifiedBy>
  <cp:revision>2</cp:revision>
  <dcterms:created xsi:type="dcterms:W3CDTF">2021-12-08T22:43:27Z</dcterms:created>
  <dcterms:modified xsi:type="dcterms:W3CDTF">2021-12-08T22:54:43Z</dcterms:modified>
</cp:coreProperties>
</file>